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36431b0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36431b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36431b09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36431b09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36431b09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36431b09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3e9130f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3e9130f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5a5bb0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a5a5bb0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3e6e2d3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3e6e2d3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5a5bb0db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5a5bb0db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63e6e2d3f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63e6e2d3f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3e6e2d3f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3e6e2d3f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3e6e2d3f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3e6e2d3f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3e6e2d3f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3e6e2d3f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3e6e2d3f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63e6e2d3f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3e6e2d3f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3e6e2d3f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3e6e2d3f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3e6e2d3f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3e6e2d3f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3e6e2d3f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3e6e2d3f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63e6e2d3f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3e6e2d3f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3e6e2d3f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3e6e2d3f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3e6e2d3f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3e6e2d3f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3e6e2d3f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3e6e2d3ff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3e6e2d3ff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63e6e2d3f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63e6e2d3f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Deep Generative Learing: Denoising Diffusion Model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zh-CN" sz="5200"/>
              <a:t>Deep Generative Learing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learning to generative data: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Given observed samples x from a distribution of interest, the goal of a generative model is to learn to model its true data distribution p(x).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samples data from true data distribution, train neural network with data, samples from neural network to create </a:t>
            </a:r>
            <a:r>
              <a:rPr lang="zh-CN"/>
              <a:t>generative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application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content generation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text to image generation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re</a:t>
            </a:r>
            <a:r>
              <a:rPr lang="zh-CN"/>
              <a:t>presentation learning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artistic tools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image super-resolution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denosing diffusion probabilistic models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2 process: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forward</a:t>
            </a:r>
            <a:r>
              <a:rPr lang="zh-CN"/>
              <a:t> diffusion process: add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gradually add noise to input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reverse</a:t>
            </a:r>
            <a:r>
              <a:rPr lang="zh-CN"/>
              <a:t> diffusion process: denoise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learns to generative data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Related Work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209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Math part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Notation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86"/>
            <a:ext cx="9144001" cy="374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</a:t>
            </a:r>
            <a:r>
              <a:rPr lang="zh-CN"/>
              <a:t>orward process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1947500" y="1325700"/>
            <a:ext cx="688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: object distribution that given by a less noised object 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200" y="1938338"/>
            <a:ext cx="11715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088" y="1947863"/>
            <a:ext cx="120015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250" y="1250075"/>
            <a:ext cx="1642687" cy="6025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20"/>
          <p:cNvCxnSpPr>
            <a:stCxn id="98" idx="3"/>
            <a:endCxn id="99" idx="1"/>
          </p:cNvCxnSpPr>
          <p:nvPr/>
        </p:nvCxnSpPr>
        <p:spPr>
          <a:xfrm>
            <a:off x="3104775" y="2571750"/>
            <a:ext cx="22653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2" name="Google Shape;1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6675" y="1938338"/>
            <a:ext cx="1642687" cy="602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96550" y="3856500"/>
            <a:ext cx="5950901" cy="7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Reverse</a:t>
            </a:r>
            <a:r>
              <a:rPr lang="zh-CN"/>
              <a:t> process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1947500" y="1325700"/>
            <a:ext cx="688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: object distribution that given by a more noised object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425" y="1938325"/>
            <a:ext cx="11715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7488" y="1943088"/>
            <a:ext cx="1200150" cy="125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21"/>
          <p:cNvCxnSpPr>
            <a:stCxn id="111" idx="3"/>
            <a:endCxn id="110" idx="1"/>
          </p:cNvCxnSpPr>
          <p:nvPr/>
        </p:nvCxnSpPr>
        <p:spPr>
          <a:xfrm>
            <a:off x="3147638" y="2571738"/>
            <a:ext cx="223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25" y="1227938"/>
            <a:ext cx="1655025" cy="64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3125" y="1869675"/>
            <a:ext cx="1655025" cy="64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2126" y="3906575"/>
            <a:ext cx="6657882" cy="6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Maximun likelihood estimation(MLE)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725" y="1197500"/>
            <a:ext cx="29813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975" y="2455413"/>
            <a:ext cx="660082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Evidence Lower Bound (ELBO)</a:t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913" y="1183800"/>
            <a:ext cx="757417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Evidence Lower Bound (ELBO)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811" y="1207198"/>
            <a:ext cx="5664382" cy="38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 Reconstruction term: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Predicting the log probability of the original data sample given the first-step noised image, it can be approximated and optimized using a Monte Carlo estimate. </a:t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7000" y="417050"/>
            <a:ext cx="3609975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Prior matching term: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R</a:t>
            </a:r>
            <a:r>
              <a:rPr lang="zh-CN"/>
              <a:t>epresents how close the distribution of the final noisified input is to the standard Gaussian prior. It is equal to zero(two distributions are the same) if we learn a perfect model.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888" y="345600"/>
            <a:ext cx="56102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Recall the forward process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875" y="-3"/>
            <a:ext cx="1810125" cy="15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50263"/>
            <a:ext cx="48006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200" y="2122900"/>
            <a:ext cx="543562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Sample object 			   </a:t>
            </a:r>
            <a:r>
              <a:rPr lang="zh-CN" sz="1689"/>
              <a:t>reparameterization trick:</a:t>
            </a:r>
            <a:endParaRPr sz="1689"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000" y="264037"/>
            <a:ext cx="3173000" cy="93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225" y="1152475"/>
            <a:ext cx="6969833" cy="390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Recall the forward process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3875" y="-3"/>
            <a:ext cx="1810125" cy="155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50263"/>
            <a:ext cx="48006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200" y="2122900"/>
            <a:ext cx="543562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2987188"/>
            <a:ext cx="449580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Denoising matching term: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	Use a neural network to learn the reverse diffusion process pθ(xt−1xt) to approximate the ground-truth denoising process q(xt−1|xt, x0). Therefore, this term is minimized when the two distributions match as closely as possible, as measured by their KL Divergence.</a:t>
            </a:r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417050"/>
            <a:ext cx="66675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4526"/>
            <a:ext cx="9144001" cy="257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Loss function</a:t>
            </a:r>
            <a:endParaRPr/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463" y="1582175"/>
            <a:ext cx="6801075" cy="221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Simplify the </a:t>
            </a:r>
            <a:r>
              <a:rPr lang="zh-CN"/>
              <a:t>Loss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948" y="-2050"/>
            <a:ext cx="3052050" cy="12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1017725"/>
            <a:ext cx="549592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175" y="1913075"/>
            <a:ext cx="35814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88" y="3308225"/>
            <a:ext cx="47720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Loss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425" y="3287475"/>
            <a:ext cx="55816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7" y="1238250"/>
            <a:ext cx="5966599" cy="19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